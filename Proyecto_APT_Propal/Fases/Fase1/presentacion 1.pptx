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2aca32b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2aca32b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aca32b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2aca32b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2aca32b4c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2aca32b4c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2aca32b4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2aca32b4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2aca32b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2aca32b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2aca32b4c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2aca32b4c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08750" y="2140425"/>
            <a:ext cx="4685100" cy="60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00">
                <a:solidFill>
                  <a:srgbClr val="FFFF00"/>
                </a:solidFill>
              </a:rPr>
              <a:t>Solución</a:t>
            </a:r>
            <a:r>
              <a:rPr lang="es" sz="3000">
                <a:solidFill>
                  <a:srgbClr val="FFFF00"/>
                </a:solidFill>
              </a:rPr>
              <a:t> Local Control Pro</a:t>
            </a:r>
            <a:endParaRPr sz="3000">
              <a:solidFill>
                <a:srgbClr val="FFFF00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208750" y="3464225"/>
            <a:ext cx="9144000" cy="12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983">
                <a:solidFill>
                  <a:srgbClr val="FFFF00"/>
                </a:solidFill>
              </a:rPr>
              <a:t>Nombre de grupo:</a:t>
            </a:r>
            <a:endParaRPr sz="3983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983">
                <a:solidFill>
                  <a:srgbClr val="FFFF00"/>
                </a:solidFill>
              </a:rPr>
              <a:t>Innovática</a:t>
            </a:r>
            <a:endParaRPr sz="3983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83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208750" y="1226600"/>
            <a:ext cx="18147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00"/>
                </a:solidFill>
              </a:rPr>
              <a:t>Propal</a:t>
            </a:r>
            <a:endParaRPr>
              <a:solidFill>
                <a:srgbClr val="FFFF00"/>
              </a:solidFill>
            </a:endParaRPr>
          </a:p>
        </p:txBody>
      </p:sp>
      <p:cxnSp>
        <p:nvCxnSpPr>
          <p:cNvPr id="88" name="Google Shape;88;p13"/>
          <p:cNvCxnSpPr/>
          <p:nvPr/>
        </p:nvCxnSpPr>
        <p:spPr>
          <a:xfrm flipH="1" rot="10800000">
            <a:off x="208750" y="2065400"/>
            <a:ext cx="4545300" cy="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1292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r>
              <a:rPr lang="es"/>
              <a:t> y necesidad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7370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La planta Propal enfrenta limitaciones en la gestión de sus tanques de agua por la falta de automatización y tolerancia a fallos, lo que genera riesgos operativos y baja eficiencia; por ello, se requiere un sistema de control automatizado con supervisión local y preparado para futura integración a SCADA, que garantice continuidad, seguridad y mantenibilidad.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992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89875" y="707000"/>
            <a:ext cx="85206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 sistema de monitoreo y control para tanques, utilizando un PLC simulado y una interfaz HMI local, complementado con un sistema de alertas y notificaciones remotas, que permita optimizar la supervisión del proceso, reducir la dependencia de operaciones manuales y garantizar una respuesta oportuna ante condiciones críticas.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14537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89875" y="2061500"/>
            <a:ext cx="85206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Monitoreo y Control para tanques de agua y de </a:t>
            </a:r>
            <a:r>
              <a:rPr lang="e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enfriamiento.</a:t>
            </a:r>
            <a:endParaRPr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Alerta y Notificaciones.</a:t>
            </a:r>
            <a:endParaRPr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Local y Remoto para los sistemas.</a:t>
            </a:r>
            <a:endParaRPr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311700" y="2857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389875" y="3465200"/>
            <a:ext cx="8520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OpenPLC.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Node-RED Dashboard, Ignition Maker Edition para HMI digital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/emulación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Telegram/WhatsApp para alertas.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1292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Requerimientos Funcionales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/>
            </a:b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7370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Monitoreo y control automático/manual de tanques.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alertas locales y notificaciones remotas (Telegram/WhatsApp).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fallas y eventos críticos.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HMI amigable con configuración de setpoints.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Simulación y validación de la lógica en PLC (OpenPLC).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escalable con posibilidad de integración futura a SCADA.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1292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737075"/>
            <a:ext cx="3961500" cy="3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metodología a implementar será un híbrido entre Cascada y Scrum. En la fase de análisis de requerimientos y diseño de prototipo se aplicará un enfoque cascada, mientras que en la fase de desarrollo y pruebas del sistema se trabajará con una metodología iterativa en ciclos.</a:t>
            </a:r>
            <a:endParaRPr/>
          </a:p>
        </p:txBody>
      </p:sp>
      <p:pic>
        <p:nvPicPr>
          <p:cNvPr id="117" name="Google Shape;117;p17" title="en-que-consiste-el-modelo-en-cascada-gestiona-tu.png"/>
          <p:cNvPicPr preferRelativeResize="0"/>
          <p:nvPr/>
        </p:nvPicPr>
        <p:blipFill rotWithShape="1">
          <a:blip r:embed="rId3">
            <a:alphaModFix/>
          </a:blip>
          <a:srcRect b="0" l="-4350" r="4349" t="0"/>
          <a:stretch/>
        </p:blipFill>
        <p:spPr>
          <a:xfrm>
            <a:off x="4681449" y="1626511"/>
            <a:ext cx="2874200" cy="21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agile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875" y="129275"/>
            <a:ext cx="2235625" cy="22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821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KPI’S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8610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Tiempo de respuesta del sistema HMI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Disponibilidad del sistema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Tasa de detección de eventos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Tiempo de </a:t>
            </a:r>
            <a:r>
              <a:rPr lang="es"/>
              <a:t>envío</a:t>
            </a:r>
            <a:r>
              <a:rPr lang="es"/>
              <a:t> de alertas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Confiabilidad de las notificaciones</a:t>
            </a:r>
            <a:endParaRPr/>
          </a:p>
        </p:txBody>
      </p:sp>
      <p:pic>
        <p:nvPicPr>
          <p:cNvPr id="125" name="Google Shape;125;p18" title="1-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899" y="861025"/>
            <a:ext cx="3648374" cy="238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ctrTitle"/>
          </p:nvPr>
        </p:nvSpPr>
        <p:spPr>
          <a:xfrm>
            <a:off x="2544150" y="2177250"/>
            <a:ext cx="4055700" cy="7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00"/>
                </a:solidFill>
              </a:rPr>
              <a:t>Muchas gracias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